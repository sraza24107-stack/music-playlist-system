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5" r:id="rId15"/>
    <p:sldId id="276" r:id="rId16"/>
    <p:sldId id="277" r:id="rId17"/>
    <p:sldId id="278" r:id="rId18"/>
    <p:sldId id="269" r:id="rId19"/>
    <p:sldId id="279" r:id="rId20"/>
    <p:sldId id="280" r:id="rId21"/>
    <p:sldId id="281" r:id="rId22"/>
    <p:sldId id="270" r:id="rId23"/>
    <p:sldId id="282" r:id="rId24"/>
    <p:sldId id="283" r:id="rId25"/>
    <p:sldId id="271" r:id="rId26"/>
    <p:sldId id="272" r:id="rId27"/>
    <p:sldId id="273" r:id="rId28"/>
    <p:sldId id="274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984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0" cy="6858000"/>
          </a:xfrm>
          <a:prstGeom prst="rect">
            <a:avLst/>
          </a:prstGeom>
          <a:solidFill>
            <a:srgbClr val="0B0A26">
              <a:alpha val="82000"/>
            </a:srgbClr>
          </a:solidFill>
          <a:ln w="12700">
            <a:solidFill>
              <a:srgbClr val="0B0A2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5544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MINI PROJECT · COLLEGE VIVA AND DEMO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Playlist &amp;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5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Linked List, Queue, Stack &amp; Binary Search Tree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292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implementation · playlist management · playback · search · recommendation</a:t>
            </a:r>
          </a:p>
          <a:p>
            <a:pPr marL="0" indent="0">
              <a:buNone/>
            </a:pPr>
            <a:endParaRPr lang="en-US" sz="1500" dirty="0">
              <a:solidFill>
                <a:srgbClr val="C9C3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C9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C9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SHADAB RAZA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C9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SAXENA 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C9C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SONALI ANJANA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/ APPLICATION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music efficiently is the real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combines four data structures to support practical playlist operations.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920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to manage playlists, play songs in order, track recently played songs, search songs, and receive basic recommendations.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99632" y="16916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68312" y="1920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DSA?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73952" y="256032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one structure for every task is inefficient. The project assigns each responsibility to the structure best suited to that operation.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3434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834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playlist management, efficient song searching, a play queue, recent history, basic recommendation and a practical DSA demonstration.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99632" y="41148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434340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68312" y="43434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498348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apps, personal music libraries, playlist managers, radio / auto-play systems and recommendation features.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/ SYSTEM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four DSA responsibilities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implementation maps each core operation to a specific structure.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· Playlist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user's playlist. Supports add, display and remove operations.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88536" y="16916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17136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· Playback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560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songs waiting to be played. playNext() takes the front song first.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28432" y="169164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57032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· Recent History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560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played song is pushed onto recentStack; newest songs are shown first.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343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· Search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983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are inserted by Song ID. searchBST() follows left / right branches to find a song.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88536" y="41148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17136" y="434340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157216" y="4343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· Recommendation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62856" y="4983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recommend() searches the BST for current.id + 1 and displays that song when found.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28432" y="41148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57032" y="434340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897112" y="4343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· Integration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302752" y="498348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menu choices connect playlist, queue, stack, search and recommendation operations.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/ EXAMPLE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song collection used by the C program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songs are created at startup, inserted into the BST and used to seed the playlist.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 Sheeran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Believer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Imagine Dragons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Blinding Lights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Weeknd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of You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 Sheeran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 Walker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544068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IDs 1–5 act as the BST keys, so every search and recommendation works on the ID.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/ MENU 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menu choices connect the data structures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operations exposed by main() in the actual program.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874520"/>
            <a:ext cx="411480" cy="41148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Playlist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20370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LINKED LIST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4963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ID, name, artist and genre.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88536" y="169164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71416" y="1874520"/>
            <a:ext cx="411480" cy="41148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65776" y="1856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Playlist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65776" y="220370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INSERTION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065776" y="24963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a new node at the end.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28432" y="169164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11312" y="1874520"/>
            <a:ext cx="411480" cy="41148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805672" y="18562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Playlist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805672" y="220370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DELETION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805672" y="249631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ID, relink nodes, free the node.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2461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3410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Play Queue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75818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ENQUEUE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0507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song at rear.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88536" y="32461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471416" y="3429000"/>
            <a:ext cx="411480" cy="41148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65776" y="3410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Next Song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065776" y="375818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+ STACK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65776" y="40507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front song; push it to recent history.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28432" y="324612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11312" y="3429000"/>
            <a:ext cx="411480" cy="41148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805672" y="341071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Recently Played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805672" y="375818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TRAVERSAL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805672" y="405079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from top down to oldest.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480060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31520" y="4983480"/>
            <a:ext cx="411480" cy="41148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325880" y="4965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Song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1325880" y="531266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SEARCH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1325880" y="56052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ID; move left or right.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88536" y="480060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471416" y="4983480"/>
            <a:ext cx="411480" cy="41148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065776" y="4965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Recommendation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5065776" y="531266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SEARCH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065776" y="56052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current ID + 1.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028432" y="480060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8211312" y="4983480"/>
            <a:ext cx="411480" cy="411480"/>
          </a:xfrm>
          <a:prstGeom prst="ellipse">
            <a:avLst/>
          </a:prstGeom>
          <a:solidFill>
            <a:srgbClr val="F5A52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8805672" y="49651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8805672" y="5312664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TERMINATION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8805672" y="560527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thank-you message and exit.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implemented recommendation is intentionally simple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genre-ranking or machine-learning recommender; it demonstrates BST-based retrieval.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Song ID. main() passes songs[id - 1] to recommend().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160520" y="2715768"/>
            <a:ext cx="128016" cy="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88536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17136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157216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 Lookup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62856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recommend() calls searchBST(root, current.id + 1). The next ID becomes the candidate.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00416" y="2715768"/>
            <a:ext cx="128016" cy="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28432" y="1691640"/>
            <a:ext cx="36118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57032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node exists, print Recommended Song, Artist and Genre. Otherwise show no recommendation.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11091672" cy="1371600"/>
          </a:xfrm>
          <a:prstGeom prst="roundRect">
            <a:avLst>
              <a:gd name="adj" fmla="val 8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to: Perfect (ID 1)   →   search BST for ID 2   →   Recommended: Believer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5321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recommendation rule follows the actual code: current.id + 1.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A26">
              <a:alpha val="55000"/>
            </a:srgbClr>
          </a:solidFill>
          <a:ln w="12700">
            <a:solidFill>
              <a:srgbClr val="0B0A2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ACTUAL DATA STRUCTURES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519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structures.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jobs.</a:t>
            </a:r>
            <a:endParaRPr lang="en-US" sz="4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/ PLAYLIST STORAGE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List · the actual playlist structure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stores a Song and a pointer to the next node.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468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23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Artist · Genre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14600" y="1828800"/>
            <a:ext cx="685800" cy="1188720"/>
          </a:xfrm>
          <a:prstGeom prst="roundRect">
            <a:avLst>
              <a:gd name="adj" fmla="val 13333"/>
            </a:avLst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2423160"/>
            <a:ext cx="731520" cy="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31920" y="1828800"/>
            <a:ext cx="2468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1148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423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Artist · Genre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1828800"/>
            <a:ext cx="685800" cy="1188720"/>
          </a:xfrm>
          <a:prstGeom prst="roundRect">
            <a:avLst>
              <a:gd name="adj" fmla="val 13333"/>
            </a:avLst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2423160"/>
            <a:ext cx="731520" cy="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32320" y="1828800"/>
            <a:ext cx="2468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152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242316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Name · Artist · Genre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15400" y="1828800"/>
            <a:ext cx="685800" cy="1188720"/>
          </a:xfrm>
          <a:prstGeom prst="roundRect">
            <a:avLst>
              <a:gd name="adj" fmla="val 13333"/>
            </a:avLst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0" y="2423160"/>
            <a:ext cx="731520" cy="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332720" y="1828800"/>
            <a:ext cx="1280160" cy="1188720"/>
          </a:xfrm>
          <a:prstGeom prst="roundRect">
            <a:avLst>
              <a:gd name="adj" fmla="val 7692"/>
            </a:avLst>
          </a:prstGeom>
          <a:solidFill>
            <a:srgbClr val="15123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A524"/>
                </a:solidFill>
              </a:rPr>
              <a:t>NULL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54864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22960" y="370332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operations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2976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addToPlaylist() – append a node at the end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displayPlaylist() – traverse and print every song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deleteFromPlaylist() – find the ID, relink, free the node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45352" y="3474720"/>
            <a:ext cx="53949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519672" y="37033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519672" y="4297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end: O(n)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Display: O(n)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Remove: O(n)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node space: O(1) per song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/ RECENT HISTORY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· LIFO for recently played songs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song pushed is the first song displayed.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1488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Blinding Lights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06324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063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397764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3977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983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song at the bottom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394960" y="1691640"/>
            <a:ext cx="624535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669280" y="192024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operations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514600"/>
            <a:ext cx="56967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pushRecent(song) → top++ → store song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showRecent() loops from top down to 0 (newest first)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94960" y="4206240"/>
            <a:ext cx="624535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669280" y="4434840"/>
            <a:ext cx="5742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5029200"/>
            <a:ext cx="56967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O(1)   ·   Show recent: O(n)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MAX = 20 songs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/ PLAYBACK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· FIFO for songs waiting to be played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song that enters first is played first.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6C4DF0"/>
          </a:solidFill>
          <a:ln w="12700">
            <a:solidFill>
              <a:srgbClr val="6C4D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2286000"/>
            <a:ext cx="548640" cy="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8288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B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52160" y="2286000"/>
            <a:ext cx="548640" cy="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18288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686800" y="2286000"/>
            <a:ext cx="548640" cy="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235440" y="182880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3544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880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FRONT (plays first)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880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(newest) ▲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3749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enqueue(song)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343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rear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front when the queue was empty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99632" y="352044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473952" y="3749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playNext()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43434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playQueue[front], print Now Playing, then front++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last song: front = -1 and rear = -1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56692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Complexity: enqueue O(1) · playNext O(1) · capacity MAX = 20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/ 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 Tree · the actual search structure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Songs are inserted using Song ID: smaller IDs go left; larger IDs go right.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V="1">
            <a:off x="2011680" y="2286000"/>
            <a:ext cx="1463040" cy="137160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2286000"/>
            <a:ext cx="1463040" cy="137160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3657600"/>
            <a:ext cx="731520" cy="137160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206240" y="3657600"/>
            <a:ext cx="731520" cy="137160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3291840"/>
            <a:ext cx="731520" cy="73152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77440" y="4663440"/>
            <a:ext cx="731520" cy="73152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1920240"/>
            <a:ext cx="731520" cy="731520"/>
          </a:xfrm>
          <a:prstGeom prst="ellipse">
            <a:avLst/>
          </a:prstGeom>
          <a:solidFill>
            <a:srgbClr val="F5A52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4663440"/>
            <a:ext cx="731520" cy="73152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731520" cy="73152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tree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0" y="1691640"/>
            <a:ext cx="50566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858000" y="192024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· insertBST(root, song)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514600"/>
            <a:ext cx="4507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song.id with root.id; recurse left or right until NULL.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83680" y="3429000"/>
            <a:ext cx="5056632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858000" y="3657600"/>
            <a:ext cx="4553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searchBST(root, id)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4251960"/>
            <a:ext cx="4507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matching node; otherwise follow the correct subtree.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5166360"/>
            <a:ext cx="5056632" cy="1051560"/>
          </a:xfrm>
          <a:prstGeom prst="roundRect">
            <a:avLst>
              <a:gd name="adj" fmla="val 10435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0" y="5166360"/>
            <a:ext cx="4507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O(log n) · worst O(n) when the tree becomes unbalanced, e.g. IDs inserted in sorted order.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/ DATA STRUCTURE MAPPING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each structure fits the implemented operation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intentionally small, so each structure has one clear responsibility.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playlist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display, remove songs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77240" y="443484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434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traversal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46704" y="169164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21024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playback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621024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 + play next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575304" y="443484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66744" y="4434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basic actions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44768" y="169164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19088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history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played songs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373368" y="443484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4808" y="4434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push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42832" y="1691640"/>
            <a:ext cx="2651760" cy="37490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217152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217152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Song database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9217152" y="33375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A2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+ search by ID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171432" y="443484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ECE9FB"/>
          </a:solidFill>
          <a:ln w="12700">
            <a:solidFill>
              <a:srgbClr val="ECE9F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62872" y="44348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O(log n) avg; O(n) worst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566928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2960" y="56692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source-document complexity: Time O(n) · Space O(n)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program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repeats until the user selects Exit.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8229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28600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5 songs: ID, name, artist, genre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Playlist = NULL;  Stack top = -1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Queue front = rear = -1;  BST root = NULL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all songs into BST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initial songs to playlist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 menu → read choice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Perform selected operation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choice = 9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Thank you → EXIT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main()  (1/5)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Song songs[5] =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{1, "Perfect", "Ed Sheeran", "Pop"},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{2, "Believer", "Imagine Dragons", "Rock"},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{3, "Blinding Lights", "The Weeknd", "Synth-pop"},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{4, "Shape of You", "Ed Sheeran", "Pop"},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{5, "Levitating", "Dua Lipa", "Pop"}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i, choice, id;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TreeNode *found;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Insert all songs into the BST. */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 = 0; i &lt; 5; i++)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root = insertBST(root, songs[i]);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/* Start with the first three songs in the playlist. */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 = 0; i &lt; 3; i++)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addToPlaylist(songs[i]);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(1) {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program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repeats until the user selects Exit.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8229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28600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 5 songs: ID, name, artist, genre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Playlist = NULL;  Stack top = -1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Queue front = rear = -1;  BST root = NULL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all songs into BST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initial songs to playlist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 menu → read choice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Perform selected operation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UNTIL choice = 9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Thank you → EXIT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main()  (2/5)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printf("\n===== MUSIC PLAYLIST SYSTEM =====\n");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printf("1. Display playlist\n");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printf("2. Add song to playlist\n");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printf("3. Delete song from playlist\n");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printf("4. Add song to play queue\n");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printf("5. Play next song\n");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printf("6. Show recently played songs\n");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printf("7. Search song by ID\n");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printf("8. Recommend a song\n");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printf("9. Exit\n");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printf("Enter your choice: ");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(scanf("%d", &amp;choice) != 1)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printf("Invalid input. Exiting program.\n");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 (choice)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displayPlaylist();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program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repeats until the user selects Exit.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82296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choices</a:t>
            </a:r>
            <a:endParaRPr lang="en-US" sz="16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514600"/>
            <a:ext cx="4023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Display Playlist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Add to Playlist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Remove from Playlist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Add to Play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Play Next Song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Show Recently Played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Search Song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Get Recommendation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Exit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main()  (3/5)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2: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printf("Enter song ID (1-5): 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(scanf("%d", &amp;id) != 1 || id &lt; 1 || id &gt; 5)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printf("Invalid song ID.\n");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addToPlaylist(songs[id - 1]);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3: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printf("Enter song ID to delete: 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(scanf("%d", &amp;id) != 1)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printf("Invalid ID.\n");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deleteFromPlaylist(id);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4: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printf("Enter song ID to queue (1-5): 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(scanf("%d", &amp;id) != 1 || id &lt; 1 || id &gt; 5)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printf("Invalid song ID.\n");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enqueue(songs[id - 1]);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program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repeats until the user selects Exit.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82296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choices</a:t>
            </a:r>
            <a:endParaRPr lang="en-US" sz="16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514600"/>
            <a:ext cx="4023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Display Playlist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Add to Playlist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Remove from Playlist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Add to Play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Play Next Song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Show Recently Played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Search Song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Get Recommendation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Exit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main()  (4/5)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5: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playNext();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6: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showRecent();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 7: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printf("Enter song ID to search: 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(scanf("%d", &amp;id) != 1)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printf("Invalid ID.\n");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found = searchBST(root, id);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(found != NULL)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printf("Found: %s by %s (Genre: %s)\n",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found-&gt;song.name,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found-&gt;song.artist,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found-&gt;song.genre);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printf("Song not found.\n");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break;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program 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repeats until the user selects Exit.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8"/>
          <p:cNvSpPr txBox="1"/>
          <p:nvPr/>
        </p:nvSpPr>
        <p:spPr>
          <a:xfrm>
            <a:off x="82296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choices</a:t>
            </a:r>
            <a:endParaRPr lang="en-US" sz="16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514600"/>
            <a:ext cx="40233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Display Playlist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Add to Playlist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Remove from Playlist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Add to Play Queue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Play Next Song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Show Recently Played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Search Song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Get Recommendation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Exit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main()  (5/5)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8: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printf("Enter current song ID (1-5): 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(scanf("%d", &amp;id) != 1 || id &lt; 1 || id &gt; 5)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printf("Invalid song ID.\n");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break;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recommend(songs[id - 1]);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break;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case 9: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printf("Thank you for using the Music Playlist System.\n");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return 0;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default: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printf("Invalid choice. Please try again.\n");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Playlist and playback algorithms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steps mirror addToPlaylist(), deleteFromPlaylist(), enqueue(), and playNext().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8229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ADD_TO_PLAYLIST(song)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28600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new node → store song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next = NULL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playlist is empty: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playlist = new node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move to last node and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link last.next = new node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addToPlaylist()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addToPlaylist(struct Song s)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*newNode = (struct Node *)malloc(sizeof(struct Node));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*temp;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(newNode == NULL)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printf("Memory allocation failed.\n");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newNode-&gt;song = s;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newNode-&gt;next = NULL;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(playlist == NULL)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playlist = newNode;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 = playlist;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while (temp-&gt;next != NULL)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temp = temp-&gt;next;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temp-&gt;next = newNode;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printf("Song added to playlist.\n");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Playlist and playback algorithms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steps mirror addToPlaylist(), deleteFromPlaylist(), enqueue(), and playNext().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8229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REMOVE_SONG(songID)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28600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 = playlist; PREVIOUS = NULL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Traverse until ID matches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first node: move playlist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 bypass TEMP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free(TEMP); else report not found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deleteFromPlaylist()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deleteFromPlaylist(int id)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*temp = playlist;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Node *prev = NULL;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(temp != NULL &amp;&amp; temp-&gt;song.id != id)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 = temp;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temp = temp-&gt;next;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(temp == NULL)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printf("Song not found in playlist.\n");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(prev == NULL)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playlist = temp-&gt;next;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prev-&gt;next = temp-&gt;next;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free(temp);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printf("Song deleted from playlist.\n");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Playlist and playback algorithms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steps mirror addToPlaylist(), deleteFromPlaylist(), enqueue(), and playNext().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8229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ENQUEUE(song)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28600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rear == MAX-1 → full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front == -1, set front = 0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rear++ ; queue[rear] = song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enqueue()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enqueue(struct Song s)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(rear == MAX - 1)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printf("Play queue is full.\n");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 == -1)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rear++;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playQueue[rear] = 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printf("Song added to play queue.\n");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Playlist and playback algorithms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steps mirror addToPlaylist(), deleteFromPlaylist(), enqueue(), and playNext().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8229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PLAY_NEXT()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28600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empty → stop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song = queue[front] → Now Playing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pushRecent(song) → front++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front &gt; rear, reset both to -1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playNext()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playNext(void)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Song 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 == -1 || front &gt; rear)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printf("Play queue is empty.\n");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 = playQueue[front];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printf("Now playing: %s by %s\n", s.name, s.artist);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pushRecent(s);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front++;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(front &gt; rear)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front = -1;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rear = -1;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history, BST search &amp; recommendation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feature reuses the BST search routine.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8229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SHOW_RECENT()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28600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top == -1 → no recent songs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top DOWNTO 0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Display stack[i].name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artist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showRecent()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showRecent(void)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(top == -1)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printf("No recently played songs.\n");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printf("\n--- Recently Played (latest first) ---\n");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 = top; i &gt;= 0; i--)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printf("%d - %s by %s\n",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recentStack[i].id,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recentStack[i].name,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recentStack[i].artist);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history, BST search &amp; recommendation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feature reuses the BST search routine.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8229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SEARCH_BST(root, id)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286000"/>
            <a:ext cx="4023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root == NULL → NOT FOUND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root.id == id → return root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id &lt; root.id → search left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→ search right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452628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searchBST()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TreeNode *searchBST(struct TreeNode *current, int id)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(current == NULL || current-&gt;song.id == id)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current;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(id &lt; current-&gt;song.id)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searchBST(current-&gt;left, id);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searchBST(current-&gt;right, id);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 / ALGORITHM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history, BST search &amp; recommendation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feature reuses the BST search routine.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7" name="Shape 7"/>
          <p:cNvSpPr/>
          <p:nvPr/>
        </p:nvSpPr>
        <p:spPr>
          <a:xfrm>
            <a:off x="548640" y="1691640"/>
            <a:ext cx="4572000" cy="320040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8" name="Text 8"/>
          <p:cNvSpPr txBox="1"/>
          <p:nvPr/>
        </p:nvSpPr>
        <p:spPr>
          <a:xfrm>
            <a:off x="822960" y="1874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RECOMMEND(song)</a:t>
            </a:r>
            <a:endParaRPr lang="en-US" sz="1300" dirty="0"/>
          </a:p>
        </p:txBody>
      </p:sp>
      <p:sp>
        <p:nvSpPr>
          <p:cNvPr id="9" name="Text 9"/>
          <p:cNvSpPr txBox="1"/>
          <p:nvPr/>
        </p:nvSpPr>
        <p:spPr>
          <a:xfrm>
            <a:off x="822960" y="2286000"/>
            <a:ext cx="4023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current song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searchBST(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root, song.id + 1)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found: show name, artist,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genre; else no recommendation</a:t>
            </a:r>
            <a:endParaRPr lang="en-US" sz="1200" dirty="0"/>
          </a:p>
        </p:txBody>
      </p:sp>
      <p:sp>
        <p:nvSpPr>
          <p:cNvPr id="10" name="Shape 10"/>
          <p:cNvSpPr/>
          <p:nvPr/>
        </p:nvSpPr>
        <p:spPr>
          <a:xfrm>
            <a:off x="5303520" y="1691640"/>
            <a:ext cx="6336792" cy="3200400"/>
          </a:xfrm>
          <a:prstGeom prst="roundRect">
            <a:avLst>
              <a:gd name="adj" fmla="val 3000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5577840" y="1874520"/>
            <a:ext cx="5788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· recommend()</a:t>
            </a:r>
            <a:endParaRPr lang="en-US" sz="1300" dirty="0"/>
          </a:p>
        </p:txBody>
      </p:sp>
      <p:sp>
        <p:nvSpPr>
          <p:cNvPr id="12" name="Text 12"/>
          <p:cNvSpPr txBox="1"/>
          <p:nvPr/>
        </p:nvSpPr>
        <p:spPr>
          <a:xfrm>
            <a:off x="5577840" y="2286000"/>
            <a:ext cx="578815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recommend(struct Song current)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struct TreeNode *match;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printf("\nCurrent song: %s (%s)\n",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current.name, current.genre);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match = searchBST(root, current.id + 1);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(match != NULL)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printf("Recommended next song: %s by %s\n",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match-&gt;song.name, match-&gt;song.artist);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printf("No recommendation available.\n");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3" name="Shape 13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4" name="Text 14"/>
          <p:cNvSpPr txBox="1"/>
          <p:nvPr/>
        </p:nvSpPr>
        <p:spPr>
          <a:xfrm>
            <a:off x="822960" y="512064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 ·  Recommendation is a simple BST lookup for the next Song ID; it is not a genre-similarity or ML algorithm.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&amp; space complexity by operation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document reports overall time O(n) and overall space O(n).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/ Operation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 / Note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 · add at 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extra per new node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 List · display / remove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auxiliary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· push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per stored song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· show recent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=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· enqueue / playNext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= 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BST · insert /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avg; O(n) worst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nodes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 · BST search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 avg; O(n) worst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A28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extra search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9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18462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56235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Time O(n) · Space O(n)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/ SAMPLE RUN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typical user session flows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walkthrough based on the actual menu and initialized songs.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playlist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2 → Believer is appended to the linked list.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88536" y="16916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17136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57216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queue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4 → Blinding Lights is placed at the rear.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28432" y="169164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57032" y="192024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897112" y="19202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next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25603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5 → Blinding Lights becomes Now Playing.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754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played song is pushed onto recentStack.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88536" y="38862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17136" y="411480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157216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62856" y="4754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7, enter ID 4 → Shape of You is found in the BST.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028432" y="3886200"/>
            <a:ext cx="361188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57032" y="4114800"/>
            <a:ext cx="457200" cy="457200"/>
          </a:xfrm>
          <a:prstGeom prst="ellipse">
            <a:avLst/>
          </a:prstGeom>
          <a:solidFill>
            <a:srgbClr val="6C4DF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897112" y="41148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302752" y="475488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8, enter ID 1 → BST searches for ID 2 → Believer.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continues until option 9: Exit.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4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 / 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12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user action to DSA operation to result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keeps the control flow simple and menu-driven.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&amp; Recommendation System · DSA Mini Project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0972800" y="6446520"/>
            <a:ext cx="667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62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691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· Initialize songs + Linked List + Stack + Queue + BST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2468880"/>
            <a:ext cx="0" cy="22860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69748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697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Menu → Read Choice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46120" y="3474720"/>
            <a:ext cx="0" cy="22860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370332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033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 / Queue / Stack / BST Search / Recommendation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46120" y="4480560"/>
            <a:ext cx="0" cy="228600"/>
          </a:xfrm>
          <a:prstGeom prst="line">
            <a:avLst/>
          </a:prstGeom>
          <a:noFill/>
          <a:ln w="25400">
            <a:solidFill>
              <a:srgbClr val="6C4DF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470916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15123A"/>
          </a:solidFill>
          <a:ln w="12700">
            <a:solidFill>
              <a:srgbClr val="1512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7091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 → Return to Menu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1691640"/>
            <a:ext cx="533095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192024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handled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2514600"/>
            <a:ext cx="4782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playlist / queue / stack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Song ID; no recommendation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queue / stack (MAX = 20)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023360"/>
            <a:ext cx="5330952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D9F3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583680" y="4251960"/>
            <a:ext cx="4828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46320"/>
            <a:ext cx="4782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A3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demonstrates practical DSA mapping, using the right structure for each job, rather than a commercial-grade recommender.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A26">
              <a:alpha val="70000"/>
            </a:srgbClr>
          </a:solidFill>
          <a:ln w="12700">
            <a:solidFill>
              <a:srgbClr val="0B0A2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237995" y="3407079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kern="0" spc="4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</a:p>
          <a:p>
            <a:pPr marL="0" indent="0" algn="ctr">
              <a:buNone/>
            </a:pPr>
            <a:endParaRPr lang="en-US" b="1" kern="0" spc="400" dirty="0">
              <a:solidFill>
                <a:srgbClr val="F5A52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1800" b="1" kern="0" spc="400" dirty="0">
              <a:solidFill>
                <a:srgbClr val="F5A52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b="1" kern="0" spc="4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HUB REPOSITORY LINK</a:t>
            </a:r>
            <a:endParaRPr lang="en-US" sz="1800" b="1" kern="0" spc="400" dirty="0">
              <a:solidFill>
                <a:srgbClr val="F5A524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dirty="0">
                <a:solidFill>
                  <a:schemeClr val="bg2"/>
                </a:solidFill>
              </a:rPr>
              <a:t>https://github.com/sraza24107-stack/Music-Playlist-System</a:t>
            </a:r>
            <a:endParaRPr lang="en-US" sz="18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4052</Words>
  <Application>Microsoft Office PowerPoint</Application>
  <PresentationFormat>Widescreen</PresentationFormat>
  <Paragraphs>710</Paragraphs>
  <Slides>28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Arpit Anjana</cp:lastModifiedBy>
  <cp:revision>3</cp:revision>
  <dcterms:created xsi:type="dcterms:W3CDTF">2026-10-07T16:26:29Z</dcterms:created>
  <dcterms:modified xsi:type="dcterms:W3CDTF">2026-10-15T10:54:30Z</dcterms:modified>
</cp:coreProperties>
</file>